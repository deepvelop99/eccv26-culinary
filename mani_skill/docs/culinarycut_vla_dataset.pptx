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0F2B54"/>
                </a:solidFill>
              </a:rPr>
              <a:t>VLA 평가용 데이터셋엔 물리가 필요하다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A5058"/>
                </a:solidFill>
              </a:rPr>
              <a:t>MPM × ManiSkill co-sim을 data-generation 시점부터 통합한 Cutting 데이터셋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5A2B"/>
                </a:solidFill>
              </a:rPr>
              <a:t>Success criteria = Force peak ∧ Velocity alignment ∧ Contact 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A5058"/>
                </a:solidFill>
              </a:rPr>
              <a:t>Train: OpenVLA · Octo · RDT  |  Objects: 7 fruits  |  Tier 1: scale + pos variation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5058"/>
                </a:solidFill>
              </a:rPr>
              <a:t>작업 요약 · 2026-04-23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문제 — '안 잘렸는데 잘렸다'</a:t>
            </a:r>
          </a:p>
          <a:p>
            <a:r>
              <a:rPr sz="1500">
                <a:solidFill>
                  <a:srgbClr val="4A5058"/>
                </a:solidFill>
              </a:rPr>
              <a:t>ManiSkill 단독으론 물리적 cut 여부를 판정할 수 없다</a:t>
            </a:r>
          </a:p>
        </p:txBody>
      </p:sp>
      <p:pic>
        <p:nvPicPr>
          <p:cNvPr id="4" name="Picture 3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558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1206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ManiSkill은 rigid body — 칼이 과일을 관통해도 '접촉 플래그'가 뜰 수 있다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VLA 학습 데이터의 success 라벨이 false-positive면, 모델은 틀린 정책을 학습한다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영상 관찰만으로 (RGB + joint) 진짜 cut 여부를 판정하려면 모호함이 남는다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우리의 주장 — Success criteria는 Force + Velocity</a:t>
            </a:r>
          </a:p>
          <a:p>
            <a:r>
              <a:rPr sz="1500">
                <a:solidFill>
                  <a:srgbClr val="4A5058"/>
                </a:solidFill>
              </a:rPr>
              <a:t>물리 신호가 'cut' 여부의 ground truth</a:t>
            </a:r>
          </a:p>
        </p:txBody>
      </p:sp>
      <p:pic>
        <p:nvPicPr>
          <p:cNvPr id="4" name="Picture 3" descr="success_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181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0292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velocity alignment: MS와 MPM 속도가 공동 운동인지 (좌표·시각 정합 확인)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force peak (MPM): 변형체 접촉 임펄스가 충분히 큰 순간이 존재하는지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contact frames (MPM): 실제로 knife가 과일 내부 particle과 일정 frame 이상 접촉했는지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→ alignment.passed 로 요약, episode 레벨 gate로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Data-gen 시점에서 통합돼야 한다</a:t>
            </a:r>
          </a:p>
          <a:p>
            <a:r>
              <a:rPr sz="1500">
                <a:solidFill>
                  <a:srgbClr val="4A5058"/>
                </a:solidFill>
              </a:rPr>
              <a:t>Eval-only 통합으로는 학습 데이터 자체가 오염돼 있음</a:t>
            </a:r>
          </a:p>
        </p:txBody>
      </p:sp>
      <p:pic>
        <p:nvPicPr>
          <p:cNvPr id="4" name="Picture 3" descr="why_data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4992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Co-sim 구조</a:t>
            </a:r>
          </a:p>
          <a:p>
            <a:r>
              <a:rPr sz="1500">
                <a:solidFill>
                  <a:srgbClr val="4A5058"/>
                </a:solidFill>
              </a:rPr>
              <a:t>매 control tick마다 MS knife pose를 MPM으로 동기, 힘·속도 양방향 기록</a:t>
            </a:r>
          </a:p>
        </p:txBody>
      </p:sp>
      <p:pic>
        <p:nvPicPr>
          <p:cNvPr id="4" name="Picture 3" descr="cosim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5729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정합 검증 — banana mini</a:t>
            </a:r>
          </a:p>
          <a:p>
            <a:r>
              <a:rPr sz="1500">
                <a:solidFill>
                  <a:srgbClr val="4A5058"/>
                </a:solidFill>
              </a:rPr>
              <a:t>속도 correlation ≈ 1.0, 힘 피크는 MPM에서 의미 있는 값</a:t>
            </a:r>
          </a:p>
        </p:txBody>
      </p:sp>
      <p:pic>
        <p:nvPicPr>
          <p:cNvPr id="4" name="Picture 3" descr="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2855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1206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velocity: max |V_ms − V_mpm| = 5.96 × 10⁻⁷ m/s (본질적으로 동일)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force: F_mpm 피크 ≈ 483 N (변형 접촉)  vs  F_ms 피크 ≈ 94 N (rigid body 충돌만)</a:t>
            </a: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0F2B54"/>
                </a:solidFill>
              </a:rPr>
              <a:t>→ MPM 힘이 없으면 VLA 학습 데이터에 '진짜 cut 힘'이 결여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MS × MPM 좌표 정합</a:t>
            </a:r>
          </a:p>
          <a:p>
            <a:r>
              <a:rPr sz="1500">
                <a:solidFill>
                  <a:srgbClr val="4A5058"/>
                </a:solidFill>
              </a:rPr>
              <a:t>통합의 첫 관문 — 다른 up-axis, 다른 origin, 다른 fruit 형상</a:t>
            </a:r>
          </a:p>
        </p:txBody>
      </p:sp>
      <p:pic>
        <p:nvPicPr>
          <p:cNvPr id="4" name="Picture 3" descr="frame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612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통합에서 실제로 막혔던 지점</a:t>
            </a:r>
          </a:p>
          <a:p>
            <a:r>
              <a:rPr sz="1500">
                <a:solidFill>
                  <a:srgbClr val="4A5058"/>
                </a:solidFill>
              </a:rPr>
              <a:t>Iteration 로그로 얻은 6가지 기술 난제</a:t>
            </a:r>
          </a:p>
        </p:txBody>
      </p:sp>
      <p:pic>
        <p:nvPicPr>
          <p:cNvPr id="4" name="Picture 3" descr="barr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49199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통합 시점에 따른 데이터 품질 차이</a:t>
            </a:r>
          </a:p>
          <a:p>
            <a:r>
              <a:rPr sz="1500">
                <a:solidFill>
                  <a:srgbClr val="4A5058"/>
                </a:solidFill>
              </a:rPr>
              <a:t>수집 단계에서 걸러야 학습이 올바르다</a:t>
            </a:r>
          </a:p>
        </p:txBody>
      </p:sp>
      <p:pic>
        <p:nvPicPr>
          <p:cNvPr id="4" name="Picture 3" descr="datagen_vs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5729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결과물과 현재 상태</a:t>
            </a:r>
          </a:p>
          <a:p>
            <a:r>
              <a:rPr sz="1500">
                <a:solidFill>
                  <a:srgbClr val="4A5058"/>
                </a:solidFill>
              </a:rPr>
              <a:t>alignment-gated trajectory → 3개 VLA 변환기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F2B54"/>
                </a:solidFill>
              </a:rPr>
              <a:t>Episode 단위 저장 포맷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trajectory.h5 (obs/qpos, actions, env_states) + 0.mp4 + trajectory.json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alignment.json — V_ms, V_mpm, F_ms, F_mpm per-step + passed flag + variation 메타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F2B54"/>
                </a:solidFill>
              </a:rPr>
              <a:t>Gate 후 변환기 (같은 episode pool을 공유)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RDT:  motionplanning/data.h5 + PNG frames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OpenVLA:  RLDS TFRecord + q01/q99 정규화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Octo:  RLDS TFRecord + mean/std/p01/p99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F2B54"/>
                </a:solidFill>
              </a:rPr>
              <a:t>현재 진행 (2026-04-23)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banana: mini 10 ep 검증 · 3종 변환 pass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apple: iter8 진행 중 — MS knife 타깃을 visual center로 보정, MPM bridge는 raw pose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남음: cucumber → orange → peach → strawberry → melon (각 10 ep smoke 후 스케일업)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09728" cy="6126480"/>
          </a:xfrm>
          <a:prstGeom prst="rect">
            <a:avLst/>
          </a:prstGeom>
          <a:solidFill>
            <a:srgbClr val="E8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B54"/>
                </a:solidFill>
              </a:rPr>
              <a:t>핵심 정리</a:t>
            </a:r>
          </a:p>
          <a:p>
            <a:r>
              <a:rPr sz="1500">
                <a:solidFill>
                  <a:srgbClr val="4A5058"/>
                </a:solidFill>
              </a:rPr>
              <a:t>VLA 학습엔 물리, 물리엔 통합, 통합은 data-gen부터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F2B54"/>
                </a:solidFill>
              </a:rPr>
              <a:t>Success 라벨의 ground truth는 force + velocity — 영상 관찰로는 부족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alignment.passed = (vel_err 작음) ∧ (force peak 존재) ∧ (contact frames ≥ N)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F2B54"/>
                </a:solidFill>
              </a:rPr>
              <a:t>Eval-only 통합은 늦다 — 학습 데이터 자체가 오염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data-gen 시점부터 MS × MPM이 공동 step → episode-level gating이 가능해짐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F2B54"/>
                </a:solidFill>
              </a:rPr>
              <a:t>통합엔 대가가 있다 — frame, canonical, substeps, centroid, rotation, in-volume hang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각 난제를 per-fruit table + runtime 보정으로 다뤘다 (6가지 barrier 슬라이드 참고)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F2B54"/>
                </a:solidFill>
              </a:rPr>
              <a:t>확장성: 같은 pipeline을 7 과일 → N 과일로 복제 가능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각 과일에 대해 canonical 실측 1회, 나머지는 설정 테이블만 늘리면 됨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F2B54"/>
                </a:solidFill>
              </a:rPr>
              <a:t>이 데이터는 곧 OpenVLA · Octo · RDT 세 모델의 cutting benchmark가 된다</a:t>
            </a:r>
          </a:p>
          <a:p>
            <a:pPr lvl="1">
              <a:spcAft>
                <a:spcPts val="300"/>
              </a:spcAft>
            </a:pPr>
            <a:r>
              <a:rPr sz="1300">
                <a:solidFill>
                  <a:srgbClr val="4A5058"/>
                </a:solidFill>
              </a:rPr>
              <a:t>benchmark 자체가 물리 기반이라, 모델 간 비교도 'physically grounded' 하게 이루어진다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4A5058"/>
                </a:solidFill>
              </a:rPr>
              <a:t>CulinaryCut-VLA · force+velocity 기반 success criteria · 2026-04-23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4A5058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